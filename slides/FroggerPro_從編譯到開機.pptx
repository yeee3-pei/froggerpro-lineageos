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開場：這不是一份『照著教學做就會成功』的紀錄。官方不支援這台手機，所以每一步都是自己判斷對不對。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這頁是全場的錨。四個數字要能講出處，被問到任何一個都能展開。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只挑聽眾一定會聽到的名詞。其他名詞出現時再即時解釋即可。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動機要具體，不要講『對系統有興趣』這種空話。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這頁是貫穿全場的主軸。後面每個階段都是在跨越這條斷崖。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整場的地圖。指出『最難的是 09-16 那一段』。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誠實面對起點：不是從懂開始，是從不確定開始。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變磚這段要主動講，因為它最能證明『遇到未知問題怎麼辦』。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這是全場技術含量最高的一頁。要能講出『我怎麼確認』。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強調方法論。教授會問『你怎麼確定不是運氣』——答案就在這頁。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最後一句指的是：曾嘗試大批移植安全政策，被系統的絕對禁止規則擋下 ⇒ 撤回，不硬繞。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如果有手機在場，直接開 App 示範最有說服力。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全場最強一頁。這兩個發現都需要讀原始碼＋讀編譯後產物＋設計實驗。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每條都要能講出一個具體例子。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※ 標註者為單次取樣，未做多次重複量測——主動講，顯示你知道自己的限制。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這頁一定要放。主動劃清界線，比被問到才承認好得多。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推甄很吃這頁。要展現的是反思能力，不是完美。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 GitHub 連結放在這裡，也放進書面資料與 QR code。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對應到系上課程名稱會更有力（作業系統、嵌入式系統、系統安全）。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結尾收在『可重現』與『幫到別人』，格局比較好。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從編譯到開機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為一支不被官方支援的手機，打造一套自己的 Android 系統</a:t>
            </a:r>
          </a:p>
          <a:p>
            <a:r>
              <a:t>Nothing Phone (4a) Pro ／ LineageOS 23.2（Android 16）</a:t>
            </a:r>
          </a:p>
          <a:p>
            <a:r>
              <a:t>2026.07 – 2026.10　共 92 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一頁看懂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1"/>
              <a:t>一句話：官方不支援這台手機，所以我們自己做了一整套系統。</a:t>
            </a:r>
          </a:p>
          <a:p>
            <a:pPr/>
            <a:r>
              <a:rPr sz="1800"/>
              <a:t>92 天　—　2026-07-08 開始，2026-10-08 完成安全性更新版</a:t>
            </a:r>
          </a:p>
          <a:p>
            <a:pPr/>
            <a:r>
              <a:rPr sz="1800"/>
              <a:t>14,013 行　—　逐筆開發紀錄（檔案／原因／改前改後／如何驗證）</a:t>
            </a:r>
          </a:p>
          <a:p>
            <a:pPr/>
            <a:r>
              <a:rPr sz="1800"/>
              <a:t>291 個腳本 / 15,617 行　—　自建工具鏈，讓重複的事不用重做</a:t>
            </a:r>
          </a:p>
          <a:p>
            <a:pPr/>
            <a:r>
              <a:rPr sz="1800"/>
              <a:t>2 次變磚　—　手機完全打不開，兩次都救回來</a:t>
            </a:r>
          </a:p>
          <a:p>
            <a:pPr/>
            <a:r>
              <a:rPr sz="1600" i="1"/>
              <a:t>給非本科的一句話：這就像自己蓋一棟房子，不是買現成的。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FroggerPro ｜ 從編譯到開機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名詞對照（先看這頁，後面才看得懂）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FroggerPro ｜ 從編譯到開機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28600">
                <a:tc>
                  <a:txBody>
                    <a:bodyPr/>
                    <a:lstStyle/>
                    <a:p>
                      <a:r>
                        <a:t>名詞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白話解釋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一套完整的手機系統映像檔（俗稱「刷機包」）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刷機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把 ROM 寫進手機的動作。寫錯可能導致無法開機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核心（Kernel）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作業系統最底層，直接與硬體溝通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Device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描述「這台手機硬體長什麼樣」的設定資料夾，機型專屬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SELinux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強制安全機制：預設全部禁止，要逐項開放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super 分區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把多個系統分區裝在一起的大容器，切法不對就刷不進去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EDL 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晶片底層救援模式，手機完全打不開時的最後手段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為什麼要做這件事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/>
              <a:t>① 我想要一支不被人追蹤的手機。</a:t>
            </a:r>
          </a:p>
          <a:p>
            <a:pPr/>
            <a:r>
              <a:rPr sz="1900"/>
              <a:t>② 但原廠系統的隱私開關，有些根本沒有接通。</a:t>
            </a:r>
          </a:p>
          <a:p>
            <a:pPr/>
            <a:r>
              <a:rPr sz="1900"/>
              <a:t>③ 所以我決定：自己編一套。</a:t>
            </a:r>
          </a:p>
          <a:p>
            <a:pPr/>
            <a:r>
              <a:rPr sz="1600" i="1"/>
              <a:t>出廠的系統你只能接受；我想自己決定。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FroggerPro ｜ 從編譯到開機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問題陳述：「編得出來」不等於「開得起來」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 b="1"/>
              <a:t>三個具體難點</a:t>
            </a:r>
          </a:p>
          <a:p>
            <a:pPr lvl="1"/>
            <a:r>
              <a:rPr sz="1700"/>
              <a:t>① 官方不支援 ⇒ 沒有標準答案可以照抄</a:t>
            </a:r>
          </a:p>
          <a:p>
            <a:pPr lvl="1"/>
            <a:r>
              <a:rPr sz="1700"/>
              <a:t>② 錯誤訊息不指向原因（例：USB 完全沒反應，真因在檔案系統）</a:t>
            </a:r>
          </a:p>
          <a:p>
            <a:pPr lvl="1"/>
            <a:r>
              <a:rPr sz="1700"/>
              <a:t>③ 一次除錯成本：完整建置約 2 小時 ＋ 刷機測試 30 分鐘</a:t>
            </a:r>
          </a:p>
          <a:p>
            <a:pPr/>
            <a:r>
              <a:rPr sz="1600" i="1"/>
              <a:t>這條斷崖，就是整個專案真正的工作所在。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FroggerPro ｜ 從編譯到開機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研究歷程：時間軸總覽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FroggerPro ｜ 從編譯到開機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261257">
                <a:tc>
                  <a:txBody>
                    <a:bodyPr/>
                    <a:lstStyle/>
                    <a:p>
                      <a:r>
                        <a:t>期間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關鍵事件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r>
                        <a:t>07-08 ~ 07-22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起步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首次建置 8h46m；改一個變數造成 14 小時白費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r>
                        <a:t>07-22 ~ 08-19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核心與變磚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核心腳本失敗 5 版；兩次變磚都救回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r>
                        <a:t>08-19 ~ 09-08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停滯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專案暫停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r>
                        <a:t>09-09 ~ 09-21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核心重編＋標頭檔大戰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追查 6 層才找到真因，最後手動補檔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r>
                        <a:t>09-21 ~ 10-01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分區實驗 → 首次開機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09-29 23:48 自製系統首次進入桌面</a:t>
                      </a:r>
                    </a:p>
                  </a:txBody>
                  <a:tcPr/>
                </a:tc>
              </a:tr>
              <a:tr h="261258">
                <a:tc>
                  <a:txBody>
                    <a:bodyPr/>
                    <a:lstStyle/>
                    <a:p>
                      <a:r>
                        <a:t>10-02 ~ 10-08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成品化 → 隱私強化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可刷／簽章／線上更新；18 個隱私開關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1 期｜起步：從「連環境都沒有」開始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1"/>
              <a:t>最早的紀錄是一句最基本的問題：</a:t>
            </a:r>
          </a:p>
          <a:p>
            <a:pPr lvl="1"/>
            <a:r>
              <a:rPr sz="1700" i="1"/>
              <a:t>「repo sync 在 Windows 上也可以嗎？」</a:t>
            </a:r>
          </a:p>
          <a:p>
            <a:pPr/>
            <a:r>
              <a:rPr sz="1700"/>
              <a:t>取用社群既有的 Device Tree，提取 1,810 個原廠驅動檔案</a:t>
            </a:r>
          </a:p>
          <a:p>
            <a:pPr/>
            <a:r>
              <a:rPr sz="1700"/>
              <a:t>首次完整建置：8 小時 46 分（結果 VINTF 檢查沒過）</a:t>
            </a:r>
          </a:p>
          <a:p>
            <a:pPr/>
            <a:r>
              <a:rPr sz="1700"/>
              <a:t>改變一個設定值 ⇒ 建置快取被清空 ⇒ 14 小時後失敗</a:t>
            </a:r>
          </a:p>
          <a:p>
            <a:pPr/>
            <a:r>
              <a:rPr sz="1600" i="1"/>
              <a:t>這一步就像「終於把材料買齊」。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FroggerPro ｜ 從編譯到開機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2 期｜核心編譯與兩次變磚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/>
              <a:t>核心編譯腳本連續失敗 5 版，最關鍵的一版是：</a:t>
            </a:r>
          </a:p>
          <a:p>
            <a:pPr lvl="1"/>
            <a:r>
              <a:rPr sz="1600"/>
              <a:t>新版 GCC 與 clang 產生的物件檔不相容 ⇒ 全面改用 clang 工具鏈</a:t>
            </a:r>
          </a:p>
          <a:p>
            <a:pPr/>
            <a:r>
              <a:rPr sz="1700" b="1"/>
              <a:t>變磚 #1：super 分區被毀 ⇒ 進 EDL ⇒ 找不到救援程式 firehose</a:t>
            </a:r>
          </a:p>
          <a:p>
            <a:pPr/>
            <a:r>
              <a:rPr sz="1700" b="1"/>
              <a:t>變磚 #2：100 MB 的復原映像塞進 96 MB 的分區 ⇒ 連開機韌體都被覆蓋</a:t>
            </a:r>
          </a:p>
          <a:p>
            <a:pPr/>
            <a:r>
              <a:rPr sz="1600" i="1"/>
              <a:t>手機一度完全打不開；靠逐步排查把韌體刷回來。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FroggerPro ｜ 從編譯到開機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3～4 期｜最難的一段：一個永遠不會執行到的條件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/>
              <a:t>症狀：缺少一個顯示驅動的標頭檔，建置失敗</a:t>
            </a:r>
          </a:p>
          <a:p>
            <a:pPr/>
            <a:r>
              <a:rPr sz="1700" b="1"/>
              <a:t>真因（追了 6 層才找到）：</a:t>
            </a:r>
          </a:p>
          <a:p>
            <a:pPr lvl="1"/>
            <a:r>
              <a:rPr sz="1600"/>
              <a:t>建置系統的條件判斷中，前一個條件永遠先成立</a:t>
            </a:r>
          </a:p>
          <a:p>
            <a:pPr lvl="1"/>
            <a:r>
              <a:rPr sz="1600"/>
              <a:t>⇒ 「使用預編標頭檔」那條路，永遠不會被走到</a:t>
            </a:r>
          </a:p>
          <a:p>
            <a:pPr/>
            <a:r>
              <a:rPr sz="1700"/>
              <a:t>處置：手動補檔解決 ⇒ 並誠實標記為技術債</a:t>
            </a:r>
          </a:p>
          <a:p>
            <a:pPr/>
            <a:r>
              <a:rPr sz="1600" i="1"/>
              <a:t>規則寫了，但有一條永遠輪不到。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FroggerPro ｜ 從編譯到開機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5～6 期｜首次開機：用單一變因實驗定位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1"/>
              <a:t>方法：一次只換一個分區，逐一排除</a:t>
            </a:r>
          </a:p>
          <a:p>
            <a:pPr/>
            <a:r>
              <a:rPr sz="1700"/>
              <a:t>根因 ①：vendor 分區宣告的大小過大（3.87 GB）</a:t>
            </a:r>
          </a:p>
          <a:p>
            <a:pPr/>
            <a:r>
              <a:rPr sz="1700"/>
              <a:t>根因 ②：資料分區少了加密特性 ⇒ 系統服務起不來</a:t>
            </a:r>
          </a:p>
          <a:p>
            <a:pPr/>
            <a:r>
              <a:rPr sz="1900" b="1"/>
              <a:t>里程碑：09-29 23:48，自製系統首次進入桌面</a:t>
            </a:r>
          </a:p>
          <a:p>
            <a:pPr/>
            <a:r>
              <a:rPr sz="1600" i="1"/>
              <a:t>不是猜，是把嫌疑範圍一步一步縮小。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FroggerPro ｜ 從編譯到開機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7～8 期｜從能開機到能交付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/>
              <a:t>① 可刷的完整 ROM 包　② 改用自建發行金鑰簽章</a:t>
            </a:r>
          </a:p>
          <a:p>
            <a:pPr/>
            <a:r>
              <a:rPr sz="1700"/>
              <a:t>③ 線上更新打通（修掉安裝錯誤，端到端實測通過）</a:t>
            </a:r>
          </a:p>
          <a:p>
            <a:pPr/>
            <a:r>
              <a:rPr sz="1700"/>
              <a:t>④ 硬體逐一修：顯示、藍牙、震動、GPS、指紋</a:t>
            </a:r>
          </a:p>
          <a:p>
            <a:pPr/>
            <a:r>
              <a:rPr sz="1700" b="1"/>
              <a:t>一次解決多個問題：介面清單整批缺漏，一次解釋 4~5 個功能失效</a:t>
            </a:r>
          </a:p>
          <a:p>
            <a:pPr/>
            <a:r>
              <a:rPr sz="1600" i="1"/>
              <a:t>不是每個問題都能硬解；知道何時該退，也是一種能力。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FroggerPro ｜ 從編譯到開機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成果一｜自建隱私控制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 b="1"/>
              <a:t>18 個開關，每個都實際接通系統機制</a:t>
            </a:r>
          </a:p>
          <a:p>
            <a:pPr/>
            <a:r>
              <a:rPr sz="1800"/>
              <a:t>主程式 847 行（Java）＋ 介面 205 行 ＋ 字串 105 行</a:t>
            </a:r>
          </a:p>
          <a:p>
            <a:pPr/>
            <a:r>
              <a:rPr sz="1800"/>
              <a:t>驗證方式：系統資料庫 ＋ App 顯示值 ＋ 受控實測，三方一致</a:t>
            </a:r>
          </a:p>
          <a:p>
            <a:pPr/>
            <a:r>
              <a:rPr sz="1800" b="1"/>
              <a:t>明確拒絕「假開關」——只做表面效果的不做</a:t>
            </a:r>
          </a:p>
          <a:p>
            <a:pPr/>
            <a:r>
              <a:rPr sz="1600" i="1"/>
              <a:t>（此頁建議放實機截圖）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FroggerPro ｜ 從編譯到開機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成果二｜兩個根因級發現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1"/>
              <a:t>發現 ①：某服務跑在錯誤的權限網域</a:t>
            </a:r>
          </a:p>
          <a:p>
            <a:pPr lvl="1"/>
            <a:r>
              <a:rPr sz="1600"/>
              <a:t>補一行網域轉換規則 ⇒ 每 5 秒重複一次的 258 條錯誤 → 0</a:t>
            </a:r>
          </a:p>
          <a:p>
            <a:pPr/>
            <a:r>
              <a:rPr sz="1700" b="1"/>
              <a:t>發現 ②：一條安全規則從未被匹配過</a:t>
            </a:r>
          </a:p>
          <a:p>
            <a:pPr lvl="1"/>
            <a:r>
              <a:rPr sz="1600"/>
              <a:t>規則的比對值寫錯（寫 default，系統實際查的是 platform）</a:t>
            </a:r>
          </a:p>
          <a:p>
            <a:pPr/>
            <a:r>
              <a:rPr sz="1900" b="1"/>
              <a:t>整體成效：安全拒絕紀錄 103 條 → 24 條（減少 77%）</a:t>
            </a:r>
          </a:p>
          <a:p>
            <a:pPr/>
            <a:r>
              <a:rPr sz="1500" i="1"/>
              <a:t>※ 單次刷機後的單次取樣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FroggerPro ｜ 從編譯到開機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我的方法論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① 單一變因：一次只改一個東西，才知道是誰造成的</a:t>
            </a:r>
          </a:p>
          <a:p>
            <a:pPr/>
            <a:r>
              <a:rPr sz="1800"/>
              <a:t>② 先量測再修：每個數字都是量出來的，不是估的</a:t>
            </a:r>
          </a:p>
          <a:p>
            <a:pPr/>
            <a:r>
              <a:rPr sz="1800"/>
              <a:t>③ 修根本原因，不用「繞過去」的方式</a:t>
            </a:r>
          </a:p>
          <a:p>
            <a:pPr/>
            <a:r>
              <a:rPr sz="1800"/>
              <a:t>④ 改前一定先備份（本專案靠備份救回多次）</a:t>
            </a:r>
          </a:p>
          <a:p>
            <a:pPr/>
            <a:r>
              <a:rPr sz="1800"/>
              <a:t>⑤ 遇到不可繞過的規則就改變作法，不硬闖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FroggerPro ｜ 從編譯到開機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量化成果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FroggerPro ｜ 從編譯到開機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28600">
                <a:tc>
                  <a:txBody>
                    <a:bodyPr/>
                    <a:lstStyle/>
                    <a:p>
                      <a:r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數值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專案跨度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2026-07-08 → 2026-10-08，約 92 天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開發紀錄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14,013 行 / 291 節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自建工具腳本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291 個 / 15,617 行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安全拒絕紀錄（AVC）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103 → 24（-77%）※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單一服務重複錯誤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258 → 0 ※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系統映像產物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3,063,414,358 bytes（約 2.85 GB）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完整建置耗時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首次 8h46m；後期約 1h56m；增量約 10 分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我沒有做什麼（誠實歸屬）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FroggerPro ｜ 從編譯到開機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04800">
                <a:tc>
                  <a:txBody>
                    <a:bodyPr/>
                    <a:lstStyle/>
                    <a:p>
                      <a:r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由誰完成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官方核心原始碼與裝置設定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Nothing 官方（2026-03 起釋出並持續更新）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Device Tree 主體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社群開發者（本專案取用，非自行開發）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TWRP 復原模式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第三方開發者（本專案僅使用）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驅動檔案（Vendor Blobs）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取自原廠 ROM，由本專案提取與配置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環境建置、除錯、救援、安全政策、App、工具鏈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本專案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失敗與學習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1"/>
              <a:t>失敗 ①：14 小時白費 —— 改了一個設定值，快取被清空</a:t>
            </a:r>
          </a:p>
          <a:p>
            <a:pPr lvl="1"/>
            <a:r>
              <a:rPr sz="1600"/>
              <a:t>學到：動手前先確認這個改動會觸發什麼</a:t>
            </a:r>
          </a:p>
          <a:p>
            <a:pPr/>
            <a:r>
              <a:rPr sz="1800" b="1"/>
              <a:t>失敗 ②：兩次把手機弄成磚</a:t>
            </a:r>
          </a:p>
          <a:p>
            <a:pPr lvl="1"/>
            <a:r>
              <a:rPr sz="1600"/>
              <a:t>學到：先確認容量與相容性，再動手；也學會了底層救援</a:t>
            </a:r>
          </a:p>
          <a:p>
            <a:pPr/>
            <a:r>
              <a:rPr sz="1800" b="1"/>
              <a:t>失敗 ③：有一條路追了 6 層才找到，最後還是不完美的解法</a:t>
            </a:r>
          </a:p>
          <a:p>
            <a:pPr lvl="1"/>
            <a:r>
              <a:rPr sz="1600"/>
              <a:t>學到：承認技術債，比假裝解決了更誠實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FroggerPro ｜ 從編譯到開機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可驗證性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/>
              <a:t>GitHub 提交紀錄：可逐筆查看</a:t>
            </a:r>
          </a:p>
          <a:p>
            <a:pPr/>
            <a:r>
              <a:rPr sz="1900"/>
              <a:t>14,013 行開發紀錄：每一筆都有檔案、原因、改前改後、驗證方式</a:t>
            </a:r>
          </a:p>
          <a:p>
            <a:pPr/>
            <a:r>
              <a:rPr sz="1900"/>
              <a:t>291 個工具腳本：可重現</a:t>
            </a:r>
          </a:p>
          <a:p>
            <a:pPr/>
            <a:r>
              <a:rPr sz="1900"/>
              <a:t>完整時間軸（線上）：github.com/Yeee3-pei/FroggerPro-LineageOS</a:t>
            </a:r>
          </a:p>
          <a:p>
            <a:pPr/>
            <a:r>
              <a:rPr sz="1600" i="1"/>
              <a:t>（此頁建議放 QR code）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FroggerPro ｜ 從編譯到開機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與研究所方向的關聯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/>
              <a:t>作業系統：權限模型、行程與服務啟動、檔案系統特性</a:t>
            </a:r>
          </a:p>
          <a:p>
            <a:pPr/>
            <a:r>
              <a:rPr sz="1900"/>
              <a:t>嵌入式系統：分區與映像、韌體、裝置描述</a:t>
            </a:r>
          </a:p>
          <a:p>
            <a:pPr/>
            <a:r>
              <a:rPr sz="1900"/>
              <a:t>系統安全：強制存取控制政策的設計與除錯</a:t>
            </a:r>
          </a:p>
          <a:p>
            <a:pPr/>
            <a:r>
              <a:rPr sz="1900"/>
              <a:t>軟體工程實務：大型建置系統、可重現流程、變更管理</a:t>
            </a:r>
          </a:p>
          <a:p>
            <a:pPr/>
            <a:r>
              <a:rPr sz="1600" i="1"/>
              <a:t>都是實際碰過、親手除錯過的，不是課本上的名詞。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FroggerPro ｜ 從編譯到開機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未來工作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/>
              <a:t>① 安全性更新已完成建置（2026-10-08 完成）⇒ 發布第二版</a:t>
            </a:r>
          </a:p>
          <a:p>
            <a:pPr/>
            <a:r>
              <a:rPr sz="1900"/>
              <a:t>② 招募測試者，收集真實使用回報</a:t>
            </a:r>
          </a:p>
          <a:p>
            <a:pPr/>
            <a:r>
              <a:rPr sz="1900"/>
              <a:t>③ 把經驗整理成可重現的文件</a:t>
            </a:r>
          </a:p>
          <a:p>
            <a:pPr/>
            <a:r>
              <a:rPr sz="1900"/>
              <a:t>④ 清掉技術債（手動補檔那一條）</a:t>
            </a:r>
          </a:p>
          <a:p>
            <a:pPr/>
            <a:r>
              <a:rPr sz="1600" i="1"/>
              <a:t>目標：讓下一個人不用從零摸索。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FroggerPro ｜ 從編譯到開機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